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601A60-FC8C-4625-A7CF-795C4A0EB1C3}">
  <a:tblStyle styleId="{61601A60-FC8C-4625-A7CF-795C4A0EB1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e634ccc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1e634ccc1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1850" y="498200"/>
            <a:ext cx="11868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4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b="1" sz="4000">
              <a:solidFill>
                <a:srgbClr val="00B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AYNIYH (All You Need Is Your Hand): A C++ Based Hand Gesture Recognition System For Computer Control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4625" y="5635775"/>
            <a:ext cx="111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0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Proposal &amp; Implementation Workflow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6556" y="3061475"/>
            <a:ext cx="2252534" cy="246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06675" y="3752075"/>
            <a:ext cx="42903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Rittik Gan Chaudhuri (23103123)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Manas Raj (23103085)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Vansh Rai (23103159)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Mentor: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Aggarwal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09787"/>
            <a:ext cx="5476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81000" y="2509837"/>
            <a:ext cx="57507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63447"/>
                </a:solidFill>
                <a:latin typeface="Merriweather"/>
                <a:ea typeface="Merriweather"/>
                <a:cs typeface="Merriweather"/>
                <a:sym typeface="Merriweather"/>
              </a:rPr>
              <a:t>Slow Response Time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81000" y="3081337"/>
            <a:ext cx="54768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Pure Python-based gesture control systems often suffer from significant latency (80-120ms), making them feel sluggish and breaking user immersion.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81000" y="4014787"/>
            <a:ext cx="57507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63447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Interpreter Overhead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81000" y="4586287"/>
            <a:ext cx="54768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Python interpreter adds overhead that prevents truly real-time interaction required for a professional "mouse replacement" experience.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147887"/>
            <a:ext cx="54006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Problem: The "Latency Gap"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500312"/>
            <a:ext cx="5572125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500312"/>
            <a:ext cx="5572125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816893" y="3586162"/>
            <a:ext cx="27003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Lab (Python)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6275" y="4300537"/>
            <a:ext cx="4981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use Python for its greatest strength: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Rapid Prototyping &amp; Training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It's used solely to create the AI brain.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89770" y="3586162"/>
            <a:ext cx="267033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Factory (C++)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34150" y="4300537"/>
            <a:ext cx="49815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use C++ for its greatest strength: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Speed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The final app runs natively to achieve &lt;50ms latency.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7037" y="28527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9187" y="28527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Our Solution: The Hybrid Workflow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6334125" y="2871787"/>
            <a:ext cx="57507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Pipeline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810375" y="344328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905625" y="34432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Input: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Webcam Feed (OpenCV)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53225" y="37480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905625" y="37480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Vision: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MediaPipe tracks 21 Hand Landmarks.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53225" y="40528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905625" y="40528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Inference: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 C++ App loads the ONNX Model.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53225" y="43576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905625" y="43576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Action: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Robot-CPP executes OS commands (Mouse/Keyboard).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666750" y="3138487"/>
            <a:ext cx="8858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Visual Studio 2022 Community: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core IDE for C++ development.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66750" y="3576637"/>
            <a:ext cx="8858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Python 3.10+: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environment for data processing and model training.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66750" y="4014787"/>
            <a:ext cx="8858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vcpkg Manager: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Used to install complex C++ libraries effortlessly.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66750" y="4452937"/>
            <a:ext cx="8858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OpenCV &amp; Robot-CPP: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Key libraries installed via vcpkg for vision and control.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1: Environment Setup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138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576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0147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4529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7562" y="21097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381000" y="304323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Capturing Reality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381000" y="3614737"/>
            <a:ext cx="5286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built `collect_data.py` to capture raw hand movements.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381000" y="4052887"/>
            <a:ext cx="52863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It tracks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21 distinct landmarks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on the hand. For every frame, it records 63 data points (x, y, z coordinates for each landmark).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5662" y="2147887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2: Data Collection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/>
        </p:nvSpPr>
        <p:spPr>
          <a:xfrm>
            <a:off x="381000" y="2262187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We processed the raw data into `gestures.csv` with mapped labels:</a:t>
            </a:r>
            <a:endParaRPr/>
          </a:p>
        </p:txBody>
      </p:sp>
      <p:graphicFrame>
        <p:nvGraphicFramePr>
          <p:cNvPr id="155" name="Google Shape;155;p19"/>
          <p:cNvGraphicFramePr/>
          <p:nvPr/>
        </p:nvGraphicFramePr>
        <p:xfrm>
          <a:off x="381000" y="2700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{61601A60-FC8C-4625-A7CF-795C4A0EB1C3}</a:tableStyleId>
              </a:tblPr>
              <a:tblGrid>
                <a:gridCol w="4283425"/>
                <a:gridCol w="3440025"/>
                <a:gridCol w="3706575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Gesture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Mapped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 / Idle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Mouse Move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Left Click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Thumb 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Spacebar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/ Fist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Backspace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9"/>
          <p:cNvSpPr/>
          <p:nvPr/>
        </p:nvSpPr>
        <p:spPr>
          <a:xfrm>
            <a:off x="381000" y="3228975"/>
            <a:ext cx="4283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664422" y="3228975"/>
            <a:ext cx="3440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104435" y="3228975"/>
            <a:ext cx="3706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81000" y="3771900"/>
            <a:ext cx="4283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664422" y="3771900"/>
            <a:ext cx="3440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104435" y="3771900"/>
            <a:ext cx="3706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81000" y="4314825"/>
            <a:ext cx="4283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664422" y="4314825"/>
            <a:ext cx="3440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8104435" y="4314825"/>
            <a:ext cx="3706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81000" y="4857750"/>
            <a:ext cx="4283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664422" y="4857750"/>
            <a:ext cx="3440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8104435" y="4857750"/>
            <a:ext cx="3706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381000" y="5400675"/>
            <a:ext cx="4283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664422" y="5400675"/>
            <a:ext cx="3440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8104435" y="5400675"/>
            <a:ext cx="3706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81000" y="5943600"/>
            <a:ext cx="4283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664422" y="5943600"/>
            <a:ext cx="3440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8104435" y="5943600"/>
            <a:ext cx="3706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52575"/>
            <a:ext cx="5476875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52575"/>
            <a:ext cx="5476875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71525" y="319087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Input Layer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71525" y="3905250"/>
            <a:ext cx="46958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model accepts a flat vector of 63 floating-point numbers, representing the instantaneous position of the hand.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724650" y="319087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The Network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724650" y="3905250"/>
            <a:ext cx="46958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use a 1D Convolutional Neural Network (CNN). This architecture is highly efficient at finding patterns in sequences of spatial data.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"Brain": 1D CNN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09787"/>
            <a:ext cx="5476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381000" y="3043237"/>
            <a:ext cx="57507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High Accuracy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381000" y="3614737"/>
            <a:ext cx="5476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model was trained using `train_cnn.py` with an 80/20 train-test split.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381000" y="4300537"/>
            <a:ext cx="5476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monitored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Loss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to ensure the model generalizes well and doesn't just memorize the training data.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147887"/>
            <a:ext cx="54006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Results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/>
        </p:nvSpPr>
        <p:spPr>
          <a:xfrm>
            <a:off x="1143000" y="274320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"The Bridge" 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381000" y="3638550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exported the trained TensorFlow model to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.ONNX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(Open Neural Network Exchange) format.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381000" y="4076700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This allows our high-speed C++ application to read and execute the Python-trained brain without needing Python installed.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-1295400" y="2238375"/>
            <a:ext cx="47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30527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8325" y="30527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/>
          <p:nvPr/>
        </p:nvSpPr>
        <p:spPr>
          <a:xfrm>
            <a:off x="952500" y="3995737"/>
            <a:ext cx="10287000" cy="38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425" y="30527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875347" y="3719512"/>
            <a:ext cx="32404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Phase 1 &amp; 2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952500" y="4291012"/>
            <a:ext cx="3086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Environment Setup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Python Training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4475797" y="3719512"/>
            <a:ext cx="32404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Transition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4552950" y="4291012"/>
            <a:ext cx="3086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Exporting ONNX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Setting up C++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076247" y="3719512"/>
            <a:ext cx="32404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erriweather"/>
                <a:ea typeface="Merriweather"/>
                <a:cs typeface="Merriweather"/>
                <a:sym typeface="Merriweather"/>
              </a:rPr>
              <a:t>Phase 3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153400" y="4291012"/>
            <a:ext cx="3086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C++ Integration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Real-time Test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8875" y="32146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381000" y="381000"/>
            <a:ext cx="11811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Timeline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262437"/>
            <a:ext cx="11430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190500" y="2005012"/>
            <a:ext cx="1181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381000" y="3348037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